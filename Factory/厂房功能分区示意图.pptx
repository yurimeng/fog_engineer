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5.xml"/><Relationship Id="rId3" Type="http://schemas.openxmlformats.org/officeDocument/2006/relationships/image" Target="../media/image1.png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eac235e79b7f57c6a580e60e25d0837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5015" cy="6858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188720" y="784225"/>
            <a:ext cx="20599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</a:rPr>
              <a:t>13000m²	</a:t>
            </a:r>
            <a:endParaRPr lang="en-US" altLang="zh-CN"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78485" y="5227320"/>
            <a:ext cx="768096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>
                    <a:lumMod val="95000"/>
                  </a:schemeClr>
                </a:solidFill>
              </a:rPr>
              <a:t>该工厂位于海盐县浙江省北部杭嘉湖平原，海盐县地理优越，县城武原镇北距上海118公里，南离杭州98公里.境内主要公路有01省道东西大道、盐湖公路、盐王公路等，四级以上公路总里程189.5公里。公路、水路网络交织，四通八达，交通十分便利。本项目周边给排水、供电等基础设施均已完善，可以满足项目生产需要。</a:t>
            </a:r>
            <a:endParaRPr lang="zh-CN" altLang="en-US">
              <a:solidFill>
                <a:schemeClr val="bg1">
                  <a:lumMod val="95000"/>
                </a:schemeClr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157</Words>
  <Application>WPS 演示</Application>
  <PresentationFormat>宽屏</PresentationFormat>
  <Paragraphs>4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nora</cp:lastModifiedBy>
  <cp:revision>157</cp:revision>
  <dcterms:created xsi:type="dcterms:W3CDTF">2019-06-19T02:08:00Z</dcterms:created>
  <dcterms:modified xsi:type="dcterms:W3CDTF">2026-06-24T07:53:19Z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D4F94B8B555347EBA89AC7B1D51F589C_11</vt:lpwstr>
  </property>
</Properties>
</file>